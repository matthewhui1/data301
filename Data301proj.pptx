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5"/>
    <p:restoredTop sz="94612"/>
  </p:normalViewPr>
  <p:slideViewPr>
    <p:cSldViewPr snapToGrid="0" snapToObjects="1">
      <p:cViewPr>
        <p:scale>
          <a:sx n="77" d="100"/>
          <a:sy n="77" d="100"/>
        </p:scale>
        <p:origin x="73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F7D4A-42E8-9E44-B3EA-D9B50EAF68FF}" type="datetimeFigureOut">
              <a:rPr lang="en-US" smtClean="0"/>
              <a:t>3/19/19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1698F-64B6-7042-86A9-5C14C5268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5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1698F-64B6-7042-86A9-5C14C52680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8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5199-A3A2-2244-8D85-AE3FA2529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35CED-4DDF-6649-A757-B4766D8FB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9A285-2EDD-0041-AD38-2E8AB56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9D798-4EDF-2745-A994-1A0EBBD3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106BD-76A6-8047-8369-21BDE2C0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1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9BD3-1495-F945-A451-9EB45C15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4D74C-AEDE-224D-B3F4-2B9BD9976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87D0-BC8C-4541-8C74-8FE1C169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7DF59-6AC1-804F-A9FE-4FDAC3A8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55CE5-7E46-534A-8B9C-3B123956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0CD6-FC57-1F4C-8889-8ACBFF2B6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B2598-31BF-8C4E-B857-4E593A3AB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E197B-63A0-B24A-8BC9-68003BD59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C3020-7F53-1D4D-9DB5-24B7A572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4E006-E528-6F49-B08B-0AFF4A88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5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D70-5597-3C46-9919-32820B58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C56C-26B9-484F-BD33-4D766C8A3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97E7A-1EB9-F347-85C7-8716AEAF5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ED314-2A10-F448-B10D-E8826756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57BEB-238D-2E41-A20B-63EC0074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B8E1E-F8A2-724D-BBD0-5B8AABD0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5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3405-9025-A04B-8A81-51C90AC2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524F7-5562-AC4D-8C30-2A2F09CA4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55EBA-D0C0-9D43-AE41-36AE541DE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14BA1-0394-CC46-B1E0-A7BC3BD89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E24E7-FAE0-1C49-837D-2DD3A188D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5AE87-FC3C-3249-BF7D-C45921D8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6C5BD-E3CC-6A4A-8020-FFA18321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F2F94-9B5C-BA48-ADDB-A37A9316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5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3ADD-700C-BB43-BA16-CE4FE95C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E7FE0-1A95-2A4F-80B5-16737096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4FD8F-A6E7-D044-B7BE-EDF54617B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BFC50-53B4-C141-AF3D-8864AC4D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2D072-650E-DC4D-AD9A-5105B6F9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9C109-6E27-0146-A125-62242336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F0B3C-5B68-1F49-AA9F-873811EB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7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8CA-37EB-1241-93FE-7E1BD80A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D2A45-EE67-D842-91B3-6D287BD7C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5BEE-42E5-5449-969B-6250D96F1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B5289-65F7-314D-9B19-25FEAEED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55179-D141-694E-8FCF-953F112B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D1235-4489-8945-BADF-905CAB07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5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B668-7B68-C04D-A2AD-25D208B1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2CECC-CC96-EA4E-890F-D688078C9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BCF06-1C1E-FD4E-B72B-6D9CAF67F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411F5-B724-174B-BD78-179DF6016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967C7-E383-CA40-9B26-27211C0C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84AA4-0C9A-2A4F-8677-3F4A4D9C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14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7625-8993-3D4B-B402-297BE136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6BBCD-478B-984A-B160-08C9B20AA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1EB98-9612-DE4D-88F5-1EAA15BE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20455-F999-8E47-82BD-C536923A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9E304-DFD3-4347-B9EE-71D290C3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8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61143-D5BF-7445-A6F2-3AAF669A0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FB5FD-A484-E645-9947-5BFBF5EDE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7BFDD-42AF-7A4B-A725-94BB4E48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C615C-3138-6841-A35A-281BD0E1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C482C-D169-3347-8EB3-B5072494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6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7AD27-951D-3F4E-A64B-7D7AB9C8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1F5FC-BD15-5F47-8871-883970383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C04D-EE84-8D43-B55C-2FA3C01EE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E7665-C036-0248-9EEA-456A7944B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B7D12-972D-3E4C-9A6B-0EBA43A08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7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86C8-68DB-F24B-A47E-C90669D0A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Position of NBA Players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4841A-80D9-E24B-93D2-D9CFE25A63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Matthew Hui and </a:t>
            </a:r>
            <a:r>
              <a:rPr lang="en-US" dirty="0" err="1"/>
              <a:t>Jinichi</a:t>
            </a:r>
            <a:r>
              <a:rPr lang="en-US" dirty="0"/>
              <a:t> Zhou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245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8A3E-287E-0A45-A057-740CC47B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F6F31-771F-D04A-A3F5-30A7FD1B1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Can we more accurately predict a player’s position by their style of play (statistics) or by their physical attributes (height and weight)?</a:t>
            </a:r>
          </a:p>
        </p:txBody>
      </p:sp>
    </p:spTree>
    <p:extLst>
      <p:ext uri="{BB962C8B-B14F-4D97-AF65-F5344CB8AC3E}">
        <p14:creationId xmlns:p14="http://schemas.microsoft.com/office/powerpoint/2010/main" val="3779138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C7C6-48E4-F949-8D6A-BB2CF742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96" y="4571216"/>
            <a:ext cx="10906008" cy="1115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/>
              <a:t>Box plots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1E24BA-C904-204B-AA80-20458E0F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197" y="912594"/>
            <a:ext cx="3529109" cy="269976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423871-ED9B-2F43-B840-3B55EFC40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3679" y="960686"/>
            <a:ext cx="3526424" cy="2697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235A28-B930-EA4D-B403-A2EAACB10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115700"/>
            <a:ext cx="3553968" cy="2496662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880EF2-DF79-4D9D-8F11-E91D48C7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5778706"/>
            <a:ext cx="9144000" cy="0"/>
          </a:xfrm>
          <a:prstGeom prst="line">
            <a:avLst/>
          </a:prstGeom>
          <a:ln w="19050">
            <a:solidFill>
              <a:srgbClr val="97C1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44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675C60-7160-9D44-A34F-AAA098C4D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1766" y="643466"/>
            <a:ext cx="7528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1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6055-509B-1C46-86EA-CD7DDC18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vs Rebounds Scatter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F895B9-196C-2741-83B2-D9B74336D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829" y="1333326"/>
            <a:ext cx="5344465" cy="39203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40321E-9E73-544A-B1A8-1C82B7345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294" y="1183697"/>
            <a:ext cx="5832386" cy="440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33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94F510-4C49-5B4D-B7ED-12DCB2E67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9386" y="1825625"/>
            <a:ext cx="5573228" cy="43513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9AE2E8-A367-844A-84E7-325862BA2F40}"/>
              </a:ext>
            </a:extLst>
          </p:cNvPr>
          <p:cNvSpPr txBox="1"/>
          <p:nvPr/>
        </p:nvSpPr>
        <p:spPr>
          <a:xfrm>
            <a:off x="2905639" y="881150"/>
            <a:ext cx="6380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Shooting Percentages by Position</a:t>
            </a:r>
          </a:p>
        </p:txBody>
      </p:sp>
    </p:spTree>
    <p:extLst>
      <p:ext uri="{BB962C8B-B14F-4D97-AF65-F5344CB8AC3E}">
        <p14:creationId xmlns:p14="http://schemas.microsoft.com/office/powerpoint/2010/main" val="4178785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F0D6-FF6F-454F-9E5F-4199032D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model using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37A2B-7326-8A4F-9F5E-C35EA0C19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9463" y="1825625"/>
            <a:ext cx="7853074" cy="4351338"/>
          </a:xfrm>
        </p:spPr>
      </p:pic>
    </p:spTree>
    <p:extLst>
      <p:ext uri="{BB962C8B-B14F-4D97-AF65-F5344CB8AC3E}">
        <p14:creationId xmlns:p14="http://schemas.microsoft.com/office/powerpoint/2010/main" val="3178444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0D79-91F2-844E-9107-B0902C55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of optimal model -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C20091-CB20-2A49-96C4-223B3F46F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674" y="1870927"/>
            <a:ext cx="2425700" cy="1168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CB0910-4955-EB48-A7D4-169FC856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779" y="1870927"/>
            <a:ext cx="6236215" cy="31000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747E0-D5E6-AF4D-826D-69596C0ECEC4}"/>
              </a:ext>
            </a:extLst>
          </p:cNvPr>
          <p:cNvSpPr txBox="1"/>
          <p:nvPr/>
        </p:nvSpPr>
        <p:spPr>
          <a:xfrm>
            <a:off x="964276" y="3557847"/>
            <a:ext cx="26370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= 75</a:t>
            </a:r>
          </a:p>
          <a:p>
            <a:r>
              <a:rPr lang="en-US" dirty="0"/>
              <a:t>Features: 3P per minute, TRB per minute,  AST per minute, STL per minute, BLK per minute, FG%</a:t>
            </a:r>
          </a:p>
        </p:txBody>
      </p:sp>
    </p:spTree>
    <p:extLst>
      <p:ext uri="{BB962C8B-B14F-4D97-AF65-F5344CB8AC3E}">
        <p14:creationId xmlns:p14="http://schemas.microsoft.com/office/powerpoint/2010/main" val="2744913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8279-58B5-D849-932D-D0FFFB77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Model using Physical attributes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98E36-4333-6448-AC16-D0F8A3357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126" y="1825625"/>
            <a:ext cx="5343748" cy="4351338"/>
          </a:xfrm>
        </p:spPr>
      </p:pic>
    </p:spTree>
    <p:extLst>
      <p:ext uri="{BB962C8B-B14F-4D97-AF65-F5344CB8AC3E}">
        <p14:creationId xmlns:p14="http://schemas.microsoft.com/office/powerpoint/2010/main" val="876449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D83B-DD3D-5942-A1A8-D449F8B3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of optimal model – Physical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E30D25-59B3-B341-B6F7-11A7C86C8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273" y="1862051"/>
            <a:ext cx="7312938" cy="3541222"/>
          </a:xfrm>
        </p:spPr>
      </p:pic>
    </p:spTree>
    <p:extLst>
      <p:ext uri="{BB962C8B-B14F-4D97-AF65-F5344CB8AC3E}">
        <p14:creationId xmlns:p14="http://schemas.microsoft.com/office/powerpoint/2010/main" val="526234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5F2D-03CA-7C41-B117-F3E6F834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and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9424D7-0663-FC4E-A9F8-4F75EFE65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1074" y="1690688"/>
            <a:ext cx="4394200" cy="2184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721BBD-C192-934C-A149-5D5B3B56E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024" y="3938474"/>
            <a:ext cx="4432300" cy="2146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15E1FA-14C2-4441-BFA4-483F8E022D90}"/>
              </a:ext>
            </a:extLst>
          </p:cNvPr>
          <p:cNvSpPr txBox="1"/>
          <p:nvPr/>
        </p:nvSpPr>
        <p:spPr>
          <a:xfrm>
            <a:off x="838200" y="2815089"/>
            <a:ext cx="44985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Accuracy of Statistics model: 66.3%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Accuracy of Physical model: 69.7%</a:t>
            </a:r>
          </a:p>
        </p:txBody>
      </p:sp>
    </p:spTree>
    <p:extLst>
      <p:ext uri="{BB962C8B-B14F-4D97-AF65-F5344CB8AC3E}">
        <p14:creationId xmlns:p14="http://schemas.microsoft.com/office/powerpoint/2010/main" val="3061831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5E40-3240-D943-B96D-685AA619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CD644E-A357-4B45-B843-CEFF8FA2C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845" y="1842250"/>
            <a:ext cx="4761159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B80C5-B2E8-B743-9461-AEF9C613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96" y="1027906"/>
            <a:ext cx="4513765" cy="2243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A22FDC-18B4-FC41-8A85-E3866342D916}"/>
              </a:ext>
            </a:extLst>
          </p:cNvPr>
          <p:cNvSpPr txBox="1"/>
          <p:nvPr/>
        </p:nvSpPr>
        <p:spPr>
          <a:xfrm>
            <a:off x="6666807" y="3773978"/>
            <a:ext cx="42453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traits from statistics model + height and 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 = 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of model: 75.7%</a:t>
            </a:r>
          </a:p>
        </p:txBody>
      </p:sp>
    </p:spTree>
    <p:extLst>
      <p:ext uri="{BB962C8B-B14F-4D97-AF65-F5344CB8AC3E}">
        <p14:creationId xmlns:p14="http://schemas.microsoft.com/office/powerpoint/2010/main" val="3670115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6D762-07C1-3A4F-9C86-E659EF337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85831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138</Words>
  <Application>Microsoft Macintosh PowerPoint</Application>
  <PresentationFormat>Widescreen</PresentationFormat>
  <Paragraphs>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Predicting Position of NBA Players</vt:lpstr>
      <vt:lpstr>Research Question</vt:lpstr>
      <vt:lpstr>Box plots</vt:lpstr>
      <vt:lpstr>PowerPoint Presentation</vt:lpstr>
      <vt:lpstr>Points vs Rebounds Scatter </vt:lpstr>
      <vt:lpstr>PowerPoint Presentation</vt:lpstr>
      <vt:lpstr>Classifier model using statistics</vt:lpstr>
      <vt:lpstr>Confusion matrix of optimal model - Statistics</vt:lpstr>
      <vt:lpstr>Classifier Model using Physical attributes</vt:lpstr>
      <vt:lpstr>Confusion matrix of optimal model – Physical</vt:lpstr>
      <vt:lpstr>Comparison and Results</vt:lpstr>
      <vt:lpstr>Combined model</vt:lpstr>
      <vt:lpstr>Questions?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Position of NBA Players</dc:title>
  <dc:creator>Matthew David Hui</dc:creator>
  <cp:lastModifiedBy>Matthew David Hui</cp:lastModifiedBy>
  <cp:revision>2</cp:revision>
  <dcterms:created xsi:type="dcterms:W3CDTF">2019-03-19T16:41:59Z</dcterms:created>
  <dcterms:modified xsi:type="dcterms:W3CDTF">2019-03-19T16:56:54Z</dcterms:modified>
</cp:coreProperties>
</file>